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411" autoAdjust="0"/>
  </p:normalViewPr>
  <p:slideViewPr>
    <p:cSldViewPr snapToGrid="0" snapToObjects="1">
      <p:cViewPr>
        <p:scale>
          <a:sx n="65" d="100"/>
          <a:sy n="65" d="100"/>
        </p:scale>
        <p:origin x="1320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83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39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3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47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87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46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81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5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285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608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79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5147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57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71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0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893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835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6533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26" r:id="rId1"/>
    <p:sldLayoutId id="2147484127" r:id="rId2"/>
    <p:sldLayoutId id="2147484128" r:id="rId3"/>
    <p:sldLayoutId id="2147484129" r:id="rId4"/>
    <p:sldLayoutId id="2147484130" r:id="rId5"/>
    <p:sldLayoutId id="2147484131" r:id="rId6"/>
    <p:sldLayoutId id="2147484132" r:id="rId7"/>
    <p:sldLayoutId id="2147484133" r:id="rId8"/>
    <p:sldLayoutId id="2147484134" r:id="rId9"/>
    <p:sldLayoutId id="2147484135" r:id="rId10"/>
    <p:sldLayoutId id="2147484136" r:id="rId11"/>
    <p:sldLayoutId id="2147484137" r:id="rId12"/>
    <p:sldLayoutId id="2147484138" r:id="rId13"/>
    <p:sldLayoutId id="2147484139" r:id="rId14"/>
    <p:sldLayoutId id="2147484140" r:id="rId15"/>
    <p:sldLayoutId id="2147484141" r:id="rId16"/>
    <p:sldLayoutId id="2147484142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04800" y="914400"/>
            <a:ext cx="9818255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2800"/>
            </a:pPr>
            <a:endParaRPr lang="en-US" sz="34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>
              <a:defRPr sz="2800"/>
            </a:pPr>
            <a:endParaRPr lang="en-IN" sz="34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>
              <a:defRPr sz="2800"/>
            </a:pPr>
            <a:r>
              <a:rPr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CREDITWISE – INTELLIGENT LOAN APPROVAL SYSTEM</a:t>
            </a:r>
          </a:p>
          <a:p>
            <a:pPr algn="ctr">
              <a:defRPr sz="1600"/>
            </a:pPr>
            <a:r>
              <a:rPr sz="20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Mini Project Report</a:t>
            </a:r>
            <a:br>
              <a:rPr sz="2000" dirty="0">
                <a:solidFill>
                  <a:schemeClr val="accent4">
                    <a:lumMod val="20000"/>
                    <a:lumOff val="80000"/>
                  </a:schemeClr>
                </a:solidFill>
              </a:rPr>
            </a:br>
            <a:r>
              <a:rPr sz="20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Department of </a:t>
            </a:r>
            <a:r>
              <a:rPr lang="en-US" sz="20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Artificial Intelligence And Machine Learning</a:t>
            </a:r>
          </a:p>
          <a:p>
            <a:pPr algn="ctr">
              <a:defRPr sz="1600"/>
            </a:pPr>
            <a:endParaRPr lang="en-US" sz="20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ctr">
              <a:defRPr sz="1600"/>
            </a:pPr>
            <a:r>
              <a:rPr lang="en-US" sz="20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</a:p>
          <a:p>
            <a:pPr algn="ctr">
              <a:defRPr sz="1600"/>
            </a:pPr>
            <a:endParaRPr lang="en-US" sz="20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ctr">
              <a:defRPr sz="1600"/>
            </a:pPr>
            <a:endParaRPr lang="en-US" dirty="0"/>
          </a:p>
          <a:p>
            <a:pPr algn="ctr">
              <a:defRPr sz="1600"/>
            </a:pPr>
            <a:endParaRPr lang="en-US" dirty="0"/>
          </a:p>
          <a:p>
            <a:pPr algn="ctr">
              <a:defRPr sz="1600"/>
            </a:pPr>
            <a:endParaRPr lang="en-US" dirty="0"/>
          </a:p>
          <a:p>
            <a:pPr algn="ctr">
              <a:defRPr sz="1600"/>
            </a:pP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proposes an intelligent loan approval system using Machine Learning to predict whether a loan should be approved or rejected based on applicant details such as income, credit score, employment status, and loan amount. It improves accuracy and reduces human bias.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Banks receive hundreds of loan applications daily. Manual verification leads to rejection of genuine applicants, approval of risky customers, and increased operational cost. Machine Learning helps automate loan approval decisions.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Analyze historical loan applicant data</a:t>
            </a:r>
          </a:p>
          <a:p>
            <a:r>
              <a:rPr lang="en-US" dirty="0"/>
              <a:t>• Preprocess and clean the dataset</a:t>
            </a:r>
          </a:p>
          <a:p>
            <a:r>
              <a:rPr lang="en-US" dirty="0"/>
              <a:t>• Build a machine learning model</a:t>
            </a:r>
          </a:p>
          <a:p>
            <a:r>
              <a:rPr lang="en-US" dirty="0"/>
              <a:t>• Evaluate model performance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Key Attributes:</a:t>
            </a:r>
          </a:p>
          <a:p>
            <a:r>
              <a:rPr lang="en-US" dirty="0"/>
              <a:t>• Applicant Income</a:t>
            </a:r>
          </a:p>
          <a:p>
            <a:r>
              <a:rPr lang="en-US" dirty="0"/>
              <a:t>• Credit Score</a:t>
            </a:r>
          </a:p>
          <a:p>
            <a:r>
              <a:rPr lang="en-US" dirty="0"/>
              <a:t>• Employment Status</a:t>
            </a:r>
          </a:p>
          <a:p>
            <a:r>
              <a:rPr lang="en-US" dirty="0"/>
              <a:t>• Loan Amount</a:t>
            </a:r>
          </a:p>
          <a:p>
            <a:r>
              <a:rPr lang="en-US" dirty="0"/>
              <a:t>• Debt-to-Income Ratio</a:t>
            </a:r>
          </a:p>
          <a:p>
            <a:r>
              <a:rPr lang="en-US" dirty="0"/>
              <a:t>• Property Area</a:t>
            </a:r>
          </a:p>
          <a:p>
            <a:endParaRPr dirty="0"/>
          </a:p>
          <a:p>
            <a:r>
              <a:rPr dirty="0"/>
              <a:t>Target: </a:t>
            </a:r>
            <a:r>
              <a:rPr dirty="0" err="1"/>
              <a:t>Loan_Approved</a:t>
            </a:r>
            <a:r>
              <a:rPr lang="en-US" dirty="0"/>
              <a:t> OR </a:t>
            </a:r>
            <a:r>
              <a:rPr lang="en-US" dirty="0" err="1"/>
              <a:t>Loan_Rejected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00945" y="405477"/>
            <a:ext cx="448071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System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2860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Collection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2860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39"/>
            <a:ext cx="22860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Encoding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566159"/>
            <a:ext cx="22860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97679"/>
            <a:ext cx="22860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199"/>
            <a:ext cx="22860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Accuracy Comparison</a:t>
            </a:r>
          </a:p>
        </p:txBody>
      </p:sp>
      <p:pic>
        <p:nvPicPr>
          <p:cNvPr id="3" name="Picture 2" descr="accuracy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836" y="2498437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1">
                    <a:lumMod val="75000"/>
                  </a:schemeClr>
                </a:solidFill>
              </a:rP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Language: Python</a:t>
            </a:r>
          </a:p>
          <a:p>
            <a:r>
              <a:rPr lang="en-IN" dirty="0"/>
              <a:t>Libraries: Pandas, NumPy, Scikit-learn</a:t>
            </a:r>
          </a:p>
          <a:p>
            <a:r>
              <a:rPr lang="en-IN" dirty="0"/>
              <a:t>Visualization: Matplotlib, Seaborn</a:t>
            </a:r>
          </a:p>
          <a:p>
            <a:r>
              <a:rPr lang="en-IN" dirty="0"/>
              <a:t>IDE: </a:t>
            </a:r>
            <a:r>
              <a:rPr lang="en-IN" dirty="0" err="1"/>
              <a:t>Jupyter</a:t>
            </a:r>
            <a:r>
              <a:rPr lang="en-IN" dirty="0"/>
              <a:t> Notebook</a:t>
            </a:r>
          </a:p>
          <a:p>
            <a:r>
              <a:rPr lang="en-IN" dirty="0"/>
              <a:t>Models: Logistic Regression, Random Forest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Logistic Regression achieved stable performance.</a:t>
            </a:r>
          </a:p>
          <a:p>
            <a:r>
              <a:rPr lang="en-US" dirty="0"/>
              <a:t>Random Forest improved prediction accuracy.</a:t>
            </a:r>
          </a:p>
          <a:p>
            <a:r>
              <a:rPr lang="en-US" dirty="0"/>
              <a:t>The model classified loan approvals with minimal error.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CreditWise</a:t>
            </a:r>
            <a:r>
              <a:rPr lang="en-US" dirty="0"/>
              <a:t> system automates loan approval using Machine Learning. It reduces manual effort, minimizes bias, and improves accuracy. It can be extended as a web application.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1154" y="594360"/>
            <a:ext cx="6377940" cy="1293028"/>
          </a:xfrm>
        </p:spPr>
        <p:txBody>
          <a:bodyPr/>
          <a:lstStyle/>
          <a:p>
            <a:r>
              <a:rPr b="1" dirty="0">
                <a:solidFill>
                  <a:srgbClr val="FFFF00"/>
                </a:solidFill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Integration with bank databases</a:t>
            </a:r>
          </a:p>
          <a:p>
            <a:r>
              <a:rPr lang="en-US" dirty="0"/>
              <a:t>• Deep Learning models</a:t>
            </a:r>
          </a:p>
          <a:p>
            <a:r>
              <a:rPr lang="en-US" dirty="0"/>
              <a:t>• Fraud detection module</a:t>
            </a:r>
          </a:p>
          <a:p>
            <a:r>
              <a:rPr lang="en-US" dirty="0"/>
              <a:t>• Web-based dashboard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582D9-7031-0584-547B-9F3F79C08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references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11CC8-40A8-D809-3C3B-821770348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Scikit-learn Documentation</a:t>
            </a:r>
          </a:p>
          <a:p>
            <a:r>
              <a:rPr lang="en-US" dirty="0"/>
              <a:t>Machine Learning with Python – O’Reilly</a:t>
            </a:r>
          </a:p>
          <a:p>
            <a:r>
              <a:rPr lang="en-US" dirty="0"/>
              <a:t>Kaggle ML Resources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8648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48AF-94F6-133D-3B38-DADE9A17F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F73BF-68E7-715B-B720-6F107F19C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TEAM MEMBERS :</a:t>
            </a:r>
          </a:p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    </a:t>
            </a:r>
            <a:r>
              <a:rPr lang="en-US" sz="4000" dirty="0">
                <a:solidFill>
                  <a:schemeClr val="tx1">
                    <a:lumMod val="65000"/>
                  </a:schemeClr>
                </a:solidFill>
              </a:rPr>
              <a:t>K</a:t>
            </a:r>
            <a:r>
              <a:rPr lang="en-US" sz="4000" b="1" dirty="0">
                <a:solidFill>
                  <a:schemeClr val="accent1"/>
                </a:solidFill>
              </a:rPr>
              <a:t> </a:t>
            </a:r>
            <a:r>
              <a:rPr lang="en-US" sz="4000" dirty="0">
                <a:solidFill>
                  <a:schemeClr val="tx1">
                    <a:lumMod val="65000"/>
                  </a:schemeClr>
                </a:solidFill>
              </a:rPr>
              <a:t>Priyadharshini 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tx1">
                    <a:lumMod val="65000"/>
                  </a:schemeClr>
                </a:solidFill>
              </a:rPr>
              <a:t>    Shaik Baba </a:t>
            </a:r>
            <a:r>
              <a:rPr lang="en-US" sz="4000" dirty="0" err="1">
                <a:solidFill>
                  <a:schemeClr val="tx1">
                    <a:lumMod val="65000"/>
                  </a:schemeClr>
                </a:solidFill>
              </a:rPr>
              <a:t>Azmath</a:t>
            </a:r>
            <a:endParaRPr lang="en-US" sz="4000" dirty="0">
              <a:solidFill>
                <a:schemeClr val="tx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chemeClr val="tx1">
                    <a:lumMod val="65000"/>
                  </a:schemeClr>
                </a:solidFill>
              </a:rPr>
              <a:t>    Shaik Muzamil </a:t>
            </a:r>
            <a:endParaRPr lang="en-IN" sz="4000" dirty="0">
              <a:solidFill>
                <a:schemeClr val="tx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878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B6C8-63B4-C2B5-210F-255E0CE86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9C143-CFE0-FE03-FA5D-920FE1E05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Thank</a:t>
            </a:r>
          </a:p>
          <a:p>
            <a:pPr marL="0" indent="0">
              <a:buNone/>
            </a:pPr>
            <a:r>
              <a:rPr lang="en-US" sz="9600" b="1" dirty="0"/>
              <a:t>         </a:t>
            </a:r>
            <a:r>
              <a:rPr lang="en-US" sz="9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you</a:t>
            </a:r>
            <a:endParaRPr lang="en-IN" sz="96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86737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101</TotalTime>
  <Words>295</Words>
  <Application>Microsoft Office PowerPoint</Application>
  <PresentationFormat>On-screen Show (4:3)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Century Gothic</vt:lpstr>
      <vt:lpstr>Vapor Trail</vt:lpstr>
      <vt:lpstr>PowerPoint Presentation</vt:lpstr>
      <vt:lpstr>Abstract</vt:lpstr>
      <vt:lpstr>Introduction</vt:lpstr>
      <vt:lpstr>Objectives</vt:lpstr>
      <vt:lpstr>Dataset</vt:lpstr>
      <vt:lpstr>PowerPoint Presentation</vt:lpstr>
      <vt:lpstr>Accuracy Comparison</vt:lpstr>
      <vt:lpstr>Technologies</vt:lpstr>
      <vt:lpstr>Results</vt:lpstr>
      <vt:lpstr>Conclusion</vt:lpstr>
      <vt:lpstr>Future Enhancements</vt:lpstr>
      <vt:lpstr>references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Shaik Muzamil</cp:lastModifiedBy>
  <cp:revision>2</cp:revision>
  <dcterms:created xsi:type="dcterms:W3CDTF">2013-01-27T09:14:16Z</dcterms:created>
  <dcterms:modified xsi:type="dcterms:W3CDTF">2026-01-28T19:08:53Z</dcterms:modified>
  <cp:category/>
</cp:coreProperties>
</file>